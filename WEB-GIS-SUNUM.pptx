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2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8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4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4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8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0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1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1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1" r:id="rId6"/>
    <p:sldLayoutId id="2147483737" r:id="rId7"/>
    <p:sldLayoutId id="2147483738" r:id="rId8"/>
    <p:sldLayoutId id="2147483739" r:id="rId9"/>
    <p:sldLayoutId id="2147483740" r:id="rId10"/>
    <p:sldLayoutId id="214748374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41A06B62-8BB1-9677-4094-5FB84178B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A48F5EF-97DB-7680-1467-A030D4BEE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0" y="1143000"/>
            <a:ext cx="3924299" cy="16122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Hacettepe University</a:t>
            </a:r>
            <a:br>
              <a:rPr lang="en-US" sz="2500"/>
            </a:br>
            <a:r>
              <a:rPr lang="en-US" sz="2500"/>
              <a:t>Faculty of Engineering</a:t>
            </a:r>
            <a:br>
              <a:rPr lang="en-US" sz="2500"/>
            </a:br>
            <a:r>
              <a:rPr lang="en-US" sz="2500"/>
              <a:t>Deparment of Geomatics Engineering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B71EA7-A477-5961-1743-1161621A7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2493" y="1001404"/>
            <a:ext cx="3398633" cy="485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lt Başlık 2">
            <a:extLst>
              <a:ext uri="{FF2B5EF4-FFF2-40B4-BE49-F238E27FC236}">
                <a16:creationId xmlns:a16="http://schemas.microsoft.com/office/drawing/2014/main" id="{A3AD0230-42BB-7E8D-AD13-B68231F2D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0" y="2736850"/>
            <a:ext cx="3924299" cy="297815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</a:pPr>
            <a:br>
              <a:rPr lang="en-US" b="1"/>
            </a:br>
            <a:r>
              <a:rPr lang="en-US" b="1"/>
              <a:t>WEB GIS </a:t>
            </a:r>
            <a:br>
              <a:rPr lang="en-US"/>
            </a:br>
            <a:r>
              <a:rPr lang="en-US"/>
              <a:t>(GMT458)</a:t>
            </a:r>
            <a:br>
              <a:rPr lang="en-US"/>
            </a:br>
            <a:r>
              <a:rPr lang="en-US" b="1"/>
              <a:t>Final-Presentation</a:t>
            </a:r>
            <a:br>
              <a:rPr lang="en-US" b="1"/>
            </a:br>
            <a:br>
              <a:rPr lang="en-US" b="1"/>
            </a:br>
            <a:r>
              <a:rPr lang="en-US"/>
              <a:t>Name/Surname: Arca Aldıkaçtı</a:t>
            </a:r>
            <a:br>
              <a:rPr lang="en-US"/>
            </a:br>
            <a:r>
              <a:rPr lang="en-US"/>
              <a:t>Student ID: 2210674053</a:t>
            </a:r>
            <a:br>
              <a:rPr lang="en-US" b="1"/>
            </a:b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52076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32A968-9D6B-5056-BAB8-95B9099D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 </a:t>
            </a:r>
            <a:r>
              <a:rPr lang="tr-TR" dirty="0" err="1"/>
              <a:t>Purpose</a:t>
            </a:r>
            <a:r>
              <a:rPr lang="tr-TR" dirty="0"/>
              <a:t> of the Project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C9ACCF6-21D6-B3F5-4F40-6258679DA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Problem: </a:t>
            </a:r>
            <a:r>
              <a:rPr lang="tr-TR" dirty="0" err="1"/>
              <a:t>Student’s</a:t>
            </a:r>
            <a:r>
              <a:rPr lang="tr-TR" dirty="0"/>
              <a:t> </a:t>
            </a:r>
            <a:r>
              <a:rPr lang="tr-TR" dirty="0" err="1"/>
              <a:t>access</a:t>
            </a:r>
            <a:r>
              <a:rPr lang="tr-TR" dirty="0"/>
              <a:t> to </a:t>
            </a:r>
            <a:r>
              <a:rPr lang="tr-TR" dirty="0" err="1"/>
              <a:t>course</a:t>
            </a:r>
            <a:r>
              <a:rPr lang="tr-TR" dirty="0"/>
              <a:t> </a:t>
            </a:r>
            <a:r>
              <a:rPr lang="tr-TR" dirty="0" err="1"/>
              <a:t>notes</a:t>
            </a:r>
            <a:r>
              <a:rPr lang="tr-TR" dirty="0"/>
              <a:t> on </a:t>
            </a:r>
            <a:r>
              <a:rPr lang="tr-TR" dirty="0" err="1"/>
              <a:t>campus</a:t>
            </a:r>
            <a:r>
              <a:rPr lang="tr-TR" dirty="0"/>
              <a:t> is not </a:t>
            </a:r>
            <a:r>
              <a:rPr lang="tr-TR" dirty="0" err="1"/>
              <a:t>collected</a:t>
            </a:r>
            <a:r>
              <a:rPr lang="tr-TR" dirty="0"/>
              <a:t> in a </a:t>
            </a:r>
            <a:r>
              <a:rPr lang="tr-TR" dirty="0" err="1"/>
              <a:t>spesific</a:t>
            </a:r>
            <a:r>
              <a:rPr lang="tr-TR" dirty="0"/>
              <a:t> </a:t>
            </a:r>
            <a:r>
              <a:rPr lang="tr-TR" dirty="0" err="1"/>
              <a:t>place</a:t>
            </a:r>
            <a:r>
              <a:rPr lang="tr-TR" dirty="0"/>
              <a:t> and is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uncontrolled</a:t>
            </a:r>
            <a:r>
              <a:rPr lang="tr-TR" dirty="0"/>
              <a:t> and </a:t>
            </a:r>
            <a:r>
              <a:rPr lang="tr-TR" dirty="0" err="1"/>
              <a:t>library</a:t>
            </a:r>
            <a:r>
              <a:rPr lang="tr-TR" dirty="0"/>
              <a:t> </a:t>
            </a:r>
            <a:r>
              <a:rPr lang="tr-TR" dirty="0" err="1"/>
              <a:t>occupancy</a:t>
            </a:r>
            <a:r>
              <a:rPr lang="tr-TR" dirty="0"/>
              <a:t> can not be </a:t>
            </a:r>
            <a:r>
              <a:rPr lang="tr-TR" dirty="0" err="1"/>
              <a:t>learned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a </a:t>
            </a:r>
            <a:r>
              <a:rPr lang="tr-TR" dirty="0" err="1"/>
              <a:t>provider</a:t>
            </a:r>
            <a:r>
              <a:rPr lang="tr-TR" dirty="0"/>
              <a:t>. </a:t>
            </a:r>
            <a:br>
              <a:rPr lang="tr-TR" dirty="0"/>
            </a:br>
            <a:br>
              <a:rPr lang="tr-TR" dirty="0"/>
            </a:br>
            <a:r>
              <a:rPr lang="tr-TR" dirty="0"/>
              <a:t>Solution: </a:t>
            </a:r>
            <a:r>
              <a:rPr lang="tr-TR" dirty="0" err="1"/>
              <a:t>Developing</a:t>
            </a:r>
            <a:r>
              <a:rPr lang="tr-TR" dirty="0"/>
              <a:t> and </a:t>
            </a:r>
            <a:r>
              <a:rPr lang="tr-TR" dirty="0" err="1"/>
              <a:t>authorization</a:t>
            </a:r>
            <a:r>
              <a:rPr lang="tr-TR" dirty="0"/>
              <a:t> </a:t>
            </a:r>
            <a:r>
              <a:rPr lang="tr-TR" dirty="0" err="1"/>
              <a:t>based</a:t>
            </a:r>
            <a:r>
              <a:rPr lang="tr-TR" dirty="0"/>
              <a:t> Web-GIS platform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combines</a:t>
            </a:r>
            <a:r>
              <a:rPr lang="tr-TR" dirty="0"/>
              <a:t> </a:t>
            </a:r>
            <a:r>
              <a:rPr lang="tr-TR" dirty="0" err="1"/>
              <a:t>spatial</a:t>
            </a:r>
            <a:r>
              <a:rPr lang="tr-TR" dirty="0"/>
              <a:t> and </a:t>
            </a:r>
            <a:r>
              <a:rPr lang="tr-TR" dirty="0" err="1"/>
              <a:t>verbal</a:t>
            </a:r>
            <a:r>
              <a:rPr lang="tr-TR" dirty="0"/>
              <a:t> data 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Aim</a:t>
            </a:r>
            <a:r>
              <a:rPr lang="tr-TR" dirty="0"/>
              <a:t>: </a:t>
            </a:r>
            <a:r>
              <a:rPr lang="tr-TR" dirty="0" err="1"/>
              <a:t>Visualize</a:t>
            </a:r>
            <a:r>
              <a:rPr lang="tr-TR" dirty="0"/>
              <a:t> the </a:t>
            </a:r>
            <a:r>
              <a:rPr lang="tr-TR" dirty="0" err="1"/>
              <a:t>library</a:t>
            </a:r>
            <a:r>
              <a:rPr lang="tr-TR" dirty="0"/>
              <a:t> </a:t>
            </a:r>
            <a:r>
              <a:rPr lang="tr-TR" dirty="0" err="1"/>
              <a:t>location</a:t>
            </a:r>
            <a:r>
              <a:rPr lang="tr-TR" dirty="0"/>
              <a:t> and </a:t>
            </a:r>
            <a:r>
              <a:rPr lang="tr-TR" dirty="0" err="1"/>
              <a:t>status</a:t>
            </a:r>
            <a:r>
              <a:rPr lang="tr-TR" dirty="0"/>
              <a:t> on the </a:t>
            </a:r>
            <a:r>
              <a:rPr lang="tr-TR" dirty="0" err="1"/>
              <a:t>map</a:t>
            </a:r>
            <a:r>
              <a:rPr lang="tr-TR" dirty="0"/>
              <a:t>. </a:t>
            </a:r>
            <a:r>
              <a:rPr lang="tr-TR" dirty="0" err="1"/>
              <a:t>Digitizing</a:t>
            </a:r>
            <a:r>
              <a:rPr lang="tr-TR" dirty="0"/>
              <a:t> </a:t>
            </a:r>
            <a:r>
              <a:rPr lang="tr-TR" dirty="0" err="1"/>
              <a:t>resource</a:t>
            </a:r>
            <a:r>
              <a:rPr lang="tr-TR" dirty="0"/>
              <a:t> </a:t>
            </a:r>
            <a:r>
              <a:rPr lang="tr-TR" dirty="0" err="1"/>
              <a:t>sharing</a:t>
            </a:r>
            <a:r>
              <a:rPr lang="tr-TR" dirty="0"/>
              <a:t> </a:t>
            </a:r>
            <a:r>
              <a:rPr lang="tr-TR" dirty="0" err="1"/>
              <a:t>among</a:t>
            </a:r>
            <a:r>
              <a:rPr lang="tr-TR" dirty="0"/>
              <a:t> </a:t>
            </a:r>
            <a:r>
              <a:rPr lang="tr-TR" dirty="0" err="1"/>
              <a:t>students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449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6C6E5D-AA7D-9680-C6DF-5442D531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58762"/>
            <a:ext cx="8886884" cy="963562"/>
          </a:xfrm>
        </p:spPr>
        <p:txBody>
          <a:bodyPr/>
          <a:lstStyle/>
          <a:p>
            <a:pPr algn="ctr"/>
            <a:r>
              <a:rPr lang="tr-TR" dirty="0" err="1"/>
              <a:t>Tech</a:t>
            </a:r>
            <a:r>
              <a:rPr lang="tr-TR" dirty="0"/>
              <a:t> </a:t>
            </a:r>
            <a:r>
              <a:rPr lang="tr-TR" dirty="0" err="1"/>
              <a:t>Stack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E4C313B-0D7D-DF7D-68CD-7761B1EE9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6788" y="1944717"/>
            <a:ext cx="7865806" cy="4113555"/>
          </a:xfrm>
        </p:spPr>
      </p:pic>
    </p:spTree>
    <p:extLst>
      <p:ext uri="{BB962C8B-B14F-4D97-AF65-F5344CB8AC3E}">
        <p14:creationId xmlns:p14="http://schemas.microsoft.com/office/powerpoint/2010/main" val="208273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DE3A96-C008-F395-F845-6FD0DD63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306" y="589936"/>
            <a:ext cx="8801894" cy="914400"/>
          </a:xfrm>
        </p:spPr>
        <p:txBody>
          <a:bodyPr/>
          <a:lstStyle/>
          <a:p>
            <a:r>
              <a:rPr lang="tr-TR" dirty="0" err="1"/>
              <a:t>System</a:t>
            </a:r>
            <a:r>
              <a:rPr lang="tr-TR" dirty="0"/>
              <a:t> Architecture and Database Design 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442E4F69-78D2-9AF6-283D-56C9D2CB1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306" y="1799303"/>
            <a:ext cx="8342551" cy="4601497"/>
          </a:xfrm>
        </p:spPr>
      </p:pic>
    </p:spTree>
    <p:extLst>
      <p:ext uri="{BB962C8B-B14F-4D97-AF65-F5344CB8AC3E}">
        <p14:creationId xmlns:p14="http://schemas.microsoft.com/office/powerpoint/2010/main" val="335164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278600-456A-CA38-99A9-CA3D755B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34" y="580103"/>
            <a:ext cx="7839749" cy="875071"/>
          </a:xfrm>
        </p:spPr>
        <p:txBody>
          <a:bodyPr/>
          <a:lstStyle/>
          <a:p>
            <a:pPr algn="ctr"/>
            <a:r>
              <a:rPr lang="tr-TR" dirty="0" err="1"/>
              <a:t>Authentication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B4FBA44-5FE6-DB9B-F900-2DAF984D6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923" y="1768577"/>
            <a:ext cx="7405329" cy="4600952"/>
          </a:xfrm>
        </p:spPr>
      </p:pic>
    </p:spTree>
    <p:extLst>
      <p:ext uri="{BB962C8B-B14F-4D97-AF65-F5344CB8AC3E}">
        <p14:creationId xmlns:p14="http://schemas.microsoft.com/office/powerpoint/2010/main" val="137698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524416-E92E-2DBD-A035-9E4F8EAA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88259"/>
            <a:ext cx="8886884" cy="904567"/>
          </a:xfrm>
        </p:spPr>
        <p:txBody>
          <a:bodyPr/>
          <a:lstStyle/>
          <a:p>
            <a:pPr algn="ctr"/>
            <a:r>
              <a:rPr lang="tr-TR" dirty="0" err="1"/>
              <a:t>Visualizing</a:t>
            </a:r>
            <a:r>
              <a:rPr lang="tr-TR" dirty="0"/>
              <a:t> </a:t>
            </a:r>
            <a:r>
              <a:rPr lang="tr-TR" dirty="0" err="1"/>
              <a:t>Spatial</a:t>
            </a:r>
            <a:r>
              <a:rPr lang="tr-TR" dirty="0"/>
              <a:t> Data 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F63CA04-045E-A1D0-BCCD-D0C6E929B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465" y="1745687"/>
            <a:ext cx="7905135" cy="4802850"/>
          </a:xfrm>
        </p:spPr>
      </p:pic>
    </p:spTree>
    <p:extLst>
      <p:ext uri="{BB962C8B-B14F-4D97-AF65-F5344CB8AC3E}">
        <p14:creationId xmlns:p14="http://schemas.microsoft.com/office/powerpoint/2010/main" val="104541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2BA582-47A0-A5A0-B754-36BC4EF0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Process of CRUD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E06AC6-0997-918A-44E2-62555C0C9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Create</a:t>
            </a:r>
            <a:r>
              <a:rPr lang="tr-TR" dirty="0"/>
              <a:t>: </a:t>
            </a:r>
            <a:r>
              <a:rPr lang="tr-TR" dirty="0" err="1"/>
              <a:t>Students</a:t>
            </a:r>
            <a:r>
              <a:rPr lang="tr-TR" dirty="0"/>
              <a:t> </a:t>
            </a:r>
            <a:r>
              <a:rPr lang="tr-TR" dirty="0" err="1"/>
              <a:t>add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lecture</a:t>
            </a:r>
            <a:r>
              <a:rPr lang="tr-TR" dirty="0"/>
              <a:t> </a:t>
            </a:r>
            <a:r>
              <a:rPr lang="tr-TR" dirty="0" err="1"/>
              <a:t>notes</a:t>
            </a:r>
            <a:r>
              <a:rPr lang="tr-TR" dirty="0"/>
              <a:t>. </a:t>
            </a:r>
            <a:br>
              <a:rPr lang="tr-TR" dirty="0"/>
            </a:br>
            <a:br>
              <a:rPr lang="tr-TR" dirty="0"/>
            </a:br>
            <a:r>
              <a:rPr lang="tr-TR" dirty="0"/>
              <a:t>Read: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 </a:t>
            </a:r>
            <a:r>
              <a:rPr lang="tr-TR" dirty="0" err="1"/>
              <a:t>see</a:t>
            </a:r>
            <a:r>
              <a:rPr lang="tr-TR" dirty="0"/>
              <a:t> </a:t>
            </a:r>
            <a:r>
              <a:rPr lang="tr-TR" dirty="0" err="1"/>
              <a:t>instant</a:t>
            </a:r>
            <a:r>
              <a:rPr lang="tr-TR" dirty="0"/>
              <a:t> </a:t>
            </a:r>
            <a:r>
              <a:rPr lang="tr-TR" dirty="0" err="1"/>
              <a:t>library</a:t>
            </a:r>
            <a:r>
              <a:rPr lang="tr-TR" dirty="0"/>
              <a:t> </a:t>
            </a:r>
            <a:r>
              <a:rPr lang="tr-TR" dirty="0" err="1"/>
              <a:t>situation</a:t>
            </a:r>
            <a:r>
              <a:rPr lang="tr-TR" dirty="0"/>
              <a:t> and </a:t>
            </a:r>
            <a:r>
              <a:rPr lang="tr-TR" dirty="0" err="1"/>
              <a:t>notes</a:t>
            </a:r>
            <a:r>
              <a:rPr lang="tr-TR" dirty="0"/>
              <a:t>.</a:t>
            </a:r>
            <a:br>
              <a:rPr lang="tr-TR" dirty="0"/>
            </a:br>
            <a:br>
              <a:rPr lang="tr-TR" dirty="0"/>
            </a:br>
            <a:r>
              <a:rPr lang="tr-TR" dirty="0"/>
              <a:t>Update: Admin </a:t>
            </a:r>
            <a:r>
              <a:rPr lang="tr-TR" dirty="0" err="1"/>
              <a:t>updates</a:t>
            </a:r>
            <a:r>
              <a:rPr lang="tr-TR" dirty="0"/>
              <a:t> the </a:t>
            </a:r>
            <a:r>
              <a:rPr lang="tr-TR" dirty="0" err="1"/>
              <a:t>library</a:t>
            </a:r>
            <a:r>
              <a:rPr lang="tr-TR" dirty="0"/>
              <a:t> </a:t>
            </a:r>
            <a:r>
              <a:rPr lang="tr-TR" dirty="0" err="1"/>
              <a:t>occupancy</a:t>
            </a:r>
            <a:r>
              <a:rPr lang="tr-TR" dirty="0"/>
              <a:t> </a:t>
            </a:r>
            <a:r>
              <a:rPr lang="tr-TR" dirty="0" err="1"/>
              <a:t>status</a:t>
            </a:r>
            <a:r>
              <a:rPr lang="tr-TR" dirty="0"/>
              <a:t>.(</a:t>
            </a:r>
            <a:r>
              <a:rPr lang="tr-TR" dirty="0" err="1"/>
              <a:t>Available</a:t>
            </a:r>
            <a:r>
              <a:rPr lang="tr-TR" dirty="0"/>
              <a:t>/Full)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Delete</a:t>
            </a:r>
            <a:r>
              <a:rPr lang="tr-TR" dirty="0"/>
              <a:t>: Admin </a:t>
            </a:r>
            <a:r>
              <a:rPr lang="tr-TR" dirty="0" err="1"/>
              <a:t>deletes</a:t>
            </a:r>
            <a:r>
              <a:rPr lang="tr-TR" dirty="0"/>
              <a:t> </a:t>
            </a:r>
            <a:r>
              <a:rPr lang="tr-TR" dirty="0" err="1"/>
              <a:t>inappropriate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old</a:t>
            </a:r>
            <a:r>
              <a:rPr lang="tr-TR" dirty="0"/>
              <a:t> </a:t>
            </a:r>
            <a:r>
              <a:rPr lang="tr-TR" dirty="0" err="1"/>
              <a:t>notes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the </a:t>
            </a:r>
            <a:r>
              <a:rPr lang="tr-TR" dirty="0" err="1"/>
              <a:t>system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7937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36A9A7-3AB4-768F-8167-4D73AAD08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2956"/>
            <a:ext cx="8886884" cy="776748"/>
          </a:xfrm>
        </p:spPr>
        <p:txBody>
          <a:bodyPr/>
          <a:lstStyle/>
          <a:p>
            <a:pPr algn="ctr"/>
            <a:r>
              <a:rPr lang="tr-TR" dirty="0"/>
              <a:t>Application </a:t>
            </a:r>
            <a:r>
              <a:rPr lang="tr-TR" dirty="0" err="1"/>
              <a:t>ScreenShots</a:t>
            </a:r>
            <a:endParaRPr lang="tr-TR" dirty="0"/>
          </a:p>
        </p:txBody>
      </p:sp>
      <p:pic>
        <p:nvPicPr>
          <p:cNvPr id="5" name="İçerik Yer Tutucusu 4" descr="metin, ekran görüntüsü, yazı tipi, tasarım içeren bir resim&#10;&#10;Açıklama otomatik olarak oluşturuldu">
            <a:extLst>
              <a:ext uri="{FF2B5EF4-FFF2-40B4-BE49-F238E27FC236}">
                <a16:creationId xmlns:a16="http://schemas.microsoft.com/office/drawing/2014/main" id="{0269D844-DFD3-CC37-547A-1D15613C8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18" y="1525431"/>
            <a:ext cx="3939918" cy="2569553"/>
          </a:xfrm>
        </p:spPr>
      </p:pic>
      <p:pic>
        <p:nvPicPr>
          <p:cNvPr id="7" name="Resim 6" descr="harita, metin, ekran görüntüsü içeren bir resim&#10;&#10;Açıklama otomatik olarak oluşturuldu">
            <a:extLst>
              <a:ext uri="{FF2B5EF4-FFF2-40B4-BE49-F238E27FC236}">
                <a16:creationId xmlns:a16="http://schemas.microsoft.com/office/drawing/2014/main" id="{1AB1A220-2226-B3DB-881E-C6AE4B15A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245" y="1514679"/>
            <a:ext cx="4099558" cy="260595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656E6E4C-6DE1-8139-52D0-BC9DB5A39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216" y="4309184"/>
            <a:ext cx="4099558" cy="224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48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61C809-1A0C-6DB4-A88F-C5287D5E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/>
              <a:t>Conclusion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E711AFA-0C85-4EA6-74AE-1E080C84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 </a:t>
            </a:r>
            <a:r>
              <a:rPr lang="tr-TR" dirty="0" err="1"/>
              <a:t>full-stack</a:t>
            </a:r>
            <a:r>
              <a:rPr lang="tr-TR" dirty="0"/>
              <a:t> Web-GIS Project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developed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start to </a:t>
            </a:r>
            <a:r>
              <a:rPr lang="tr-TR" dirty="0" err="1"/>
              <a:t>finish</a:t>
            </a:r>
            <a:r>
              <a:rPr lang="tr-TR" dirty="0"/>
              <a:t>. 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PostGIS</a:t>
            </a:r>
            <a:r>
              <a:rPr lang="tr-TR" dirty="0"/>
              <a:t> </a:t>
            </a:r>
            <a:r>
              <a:rPr lang="tr-TR" dirty="0" err="1"/>
              <a:t>enabled</a:t>
            </a:r>
            <a:r>
              <a:rPr lang="tr-TR" dirty="0"/>
              <a:t> </a:t>
            </a:r>
            <a:r>
              <a:rPr lang="tr-TR" dirty="0" err="1"/>
              <a:t>spatial</a:t>
            </a:r>
            <a:r>
              <a:rPr lang="tr-TR" dirty="0"/>
              <a:t> data to be </a:t>
            </a:r>
            <a:r>
              <a:rPr lang="tr-TR" dirty="0" err="1"/>
              <a:t>presented</a:t>
            </a:r>
            <a:r>
              <a:rPr lang="tr-TR" dirty="0"/>
              <a:t> on the web. 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Experience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</a:t>
            </a:r>
            <a:r>
              <a:rPr lang="tr-TR" dirty="0" err="1"/>
              <a:t>gained</a:t>
            </a:r>
            <a:r>
              <a:rPr lang="tr-TR" dirty="0"/>
              <a:t> in </a:t>
            </a:r>
            <a:r>
              <a:rPr lang="tr-TR" dirty="0" err="1"/>
              <a:t>authorization</a:t>
            </a:r>
            <a:r>
              <a:rPr lang="tr-TR" dirty="0"/>
              <a:t> and API </a:t>
            </a:r>
            <a:r>
              <a:rPr lang="tr-TR" dirty="0" err="1"/>
              <a:t>management</a:t>
            </a:r>
            <a:r>
              <a:rPr lang="tr-TR" dirty="0"/>
              <a:t>. 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Studies</a:t>
            </a:r>
            <a:r>
              <a:rPr lang="tr-TR" dirty="0"/>
              <a:t>: </a:t>
            </a:r>
            <a:r>
              <a:rPr lang="tr-TR" dirty="0" err="1"/>
              <a:t>We</a:t>
            </a:r>
            <a:r>
              <a:rPr lang="tr-TR" dirty="0"/>
              <a:t> can </a:t>
            </a:r>
            <a:r>
              <a:rPr lang="tr-TR" dirty="0" err="1"/>
              <a:t>learn</a:t>
            </a:r>
            <a:r>
              <a:rPr lang="tr-TR" dirty="0"/>
              <a:t>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table</a:t>
            </a:r>
            <a:r>
              <a:rPr lang="tr-TR" dirty="0"/>
              <a:t> and </a:t>
            </a:r>
            <a:r>
              <a:rPr lang="tr-TR" dirty="0" err="1"/>
              <a:t>seat</a:t>
            </a:r>
            <a:r>
              <a:rPr lang="tr-TR" dirty="0"/>
              <a:t> is </a:t>
            </a:r>
            <a:r>
              <a:rPr lang="tr-TR" dirty="0" err="1"/>
              <a:t>empty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occupied</a:t>
            </a:r>
            <a:r>
              <a:rPr lang="tr-TR" dirty="0"/>
              <a:t> in the </a:t>
            </a:r>
            <a:r>
              <a:rPr lang="tr-TR" dirty="0" err="1"/>
              <a:t>library</a:t>
            </a:r>
            <a:r>
              <a:rPr lang="tr-TR" dirty="0"/>
              <a:t>,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It</a:t>
            </a:r>
            <a:r>
              <a:rPr lang="tr-TR" dirty="0"/>
              <a:t> can be </a:t>
            </a:r>
            <a:r>
              <a:rPr lang="tr-TR" dirty="0" err="1"/>
              <a:t>supported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data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percentage</a:t>
            </a:r>
            <a:r>
              <a:rPr lang="tr-TR" dirty="0"/>
              <a:t> of the </a:t>
            </a:r>
            <a:r>
              <a:rPr lang="tr-TR" dirty="0" err="1"/>
              <a:t>library</a:t>
            </a:r>
            <a:r>
              <a:rPr lang="tr-TR" dirty="0"/>
              <a:t> is </a:t>
            </a:r>
            <a:r>
              <a:rPr lang="tr-TR" dirty="0" err="1"/>
              <a:t>full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empty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32752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64804A-3397-76C1-270C-C0028E53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2"/>
            <a:ext cx="10279626" cy="2447861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    </a:t>
            </a:r>
            <a:r>
              <a:rPr lang="tr-TR" sz="6000" dirty="0"/>
              <a:t>THANK YOU FOR LISTENING </a:t>
            </a:r>
            <a:br>
              <a:rPr lang="tr-TR" sz="6000" dirty="0"/>
            </a:br>
            <a:r>
              <a:rPr lang="tr-TR" sz="6000" dirty="0"/>
              <a:t>TO ME!</a:t>
            </a:r>
          </a:p>
        </p:txBody>
      </p:sp>
    </p:spTree>
    <p:extLst>
      <p:ext uri="{BB962C8B-B14F-4D97-AF65-F5344CB8AC3E}">
        <p14:creationId xmlns:p14="http://schemas.microsoft.com/office/powerpoint/2010/main" val="3874500947"/>
      </p:ext>
    </p:extLst>
  </p:cSld>
  <p:clrMapOvr>
    <a:masterClrMapping/>
  </p:clrMapOvr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256</Words>
  <Application>Microsoft Office PowerPoint</Application>
  <PresentationFormat>Geniş ekran</PresentationFormat>
  <Paragraphs>14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SwellVTI</vt:lpstr>
      <vt:lpstr>Hacettepe University Faculty of Engineering Deparment of Geomatics Engineering</vt:lpstr>
      <vt:lpstr> Purpose of the Project </vt:lpstr>
      <vt:lpstr>Tech Stack</vt:lpstr>
      <vt:lpstr>System Architecture and Database Design </vt:lpstr>
      <vt:lpstr>Authentication</vt:lpstr>
      <vt:lpstr>Visualizing Spatial Data </vt:lpstr>
      <vt:lpstr>Process of CRUD</vt:lpstr>
      <vt:lpstr>Application ScreenShots</vt:lpstr>
      <vt:lpstr>Conclusion</vt:lpstr>
      <vt:lpstr>    THANK YOU FOR LISTENING  TO 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ARCA ALDIKACTI</dc:creator>
  <cp:lastModifiedBy>ARCA ALDIKACTI</cp:lastModifiedBy>
  <cp:revision>2</cp:revision>
  <dcterms:created xsi:type="dcterms:W3CDTF">2026-01-15T13:01:40Z</dcterms:created>
  <dcterms:modified xsi:type="dcterms:W3CDTF">2026-01-15T17:20:49Z</dcterms:modified>
</cp:coreProperties>
</file>